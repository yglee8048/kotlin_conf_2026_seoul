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embeddedFontLst>
    <p:embeddedFont>
      <p:font typeface="Pretendard" panose="02000503000000020004" pitchFamily="2" charset="-127"/>
      <p:regular r:id="rId4"/>
      <p:bold r:id="rId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60"/>
    <p:restoredTop sz="94610"/>
  </p:normalViewPr>
  <p:slideViewPr>
    <p:cSldViewPr snapToGrid="0" snapToObjects="1">
      <p:cViewPr>
        <p:scale>
          <a:sx n="164" d="100"/>
          <a:sy n="164" d="100"/>
        </p:scale>
        <p:origin x="1296" y="1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83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24100" y="-1612900"/>
            <a:ext cx="14605000" cy="14605000"/>
          </a:xfrm>
          <a:prstGeom prst="rect">
            <a:avLst/>
          </a:prstGeom>
        </p:spPr>
      </p:pic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38" name="Picture 37" descr="@Kotlin-User-Groups-Seoul">
            <a:extLst>
              <a:ext uri="{FF2B5EF4-FFF2-40B4-BE49-F238E27FC236}">
                <a16:creationId xmlns:a16="http://schemas.microsoft.com/office/drawing/2014/main" id="{9CD60DE6-B969-4D6E-172F-9AC8DFE98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28" y="549014"/>
            <a:ext cx="451372" cy="451372"/>
          </a:xfrm>
          <a:prstGeom prst="rect">
            <a:avLst/>
          </a:prstGeom>
        </p:spPr>
      </p:pic>
      <p:pic>
        <p:nvPicPr>
          <p:cNvPr id="3" name="Picture 7" descr="__type_image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219200" y="-685800"/>
            <a:ext cx="7620000" cy="8229600"/>
          </a:xfrm>
          <a:prstGeom prst="rect">
            <a:avLst/>
          </a:prstGeom>
        </p:spPr>
      </p:pic>
      <p:pic>
        <p:nvPicPr>
          <p:cNvPr id="4" name="Picture 10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71712" y="-5733288"/>
            <a:ext cx="15875000" cy="15875000"/>
          </a:xfrm>
          <a:prstGeom prst="rect">
            <a:avLst/>
          </a:prstGeom>
        </p:spPr>
      </p:pic>
      <p:pic>
        <p:nvPicPr>
          <p:cNvPr id="6" name="Picture 122" descr="__type_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07200"/>
            <a:ext cx="12192000" cy="50800"/>
          </a:xfrm>
          <a:prstGeom prst="rect">
            <a:avLst/>
          </a:prstGeom>
        </p:spPr>
      </p:pic>
      <p:sp>
        <p:nvSpPr>
          <p:cNvPr id="7" name="Shape 19"/>
          <p:cNvSpPr/>
          <p:nvPr/>
        </p:nvSpPr>
        <p:spPr>
          <a:xfrm>
            <a:off x="762000" y="571500"/>
            <a:ext cx="406400" cy="406400"/>
          </a:xfrm>
          <a:prstGeom prst="roundRect">
            <a:avLst>
              <a:gd name="adj" fmla="val 25000"/>
            </a:avLst>
          </a:prstGeom>
          <a:noFill/>
          <a:ln/>
          <a:effectLst>
            <a:outerShdw blurRad="317500" dist="15875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26"/>
          <p:cNvSpPr/>
          <p:nvPr/>
        </p:nvSpPr>
        <p:spPr>
          <a:xfrm>
            <a:off x="1320800" y="647700"/>
            <a:ext cx="12700" cy="2540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Box 30"/>
          <p:cNvSpPr/>
          <p:nvPr/>
        </p:nvSpPr>
        <p:spPr>
          <a:xfrm>
            <a:off x="1485900" y="609600"/>
            <a:ext cx="16904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altLang="en-US" sz="1200" b="1" kern="0" spc="-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Kotlin User Groups Seoul</a:t>
            </a:r>
            <a:endParaRPr lang="en-US" sz="1200" dirty="0"/>
          </a:p>
        </p:txBody>
      </p:sp>
      <p:sp>
        <p:nvSpPr>
          <p:cNvPr id="12" name="TextBox 32"/>
          <p:cNvSpPr/>
          <p:nvPr/>
        </p:nvSpPr>
        <p:spPr>
          <a:xfrm>
            <a:off x="1485900" y="812800"/>
            <a:ext cx="1690489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altLang="en-US" sz="700" kern="0" spc="140" dirty="0">
                <a:solidFill>
                  <a:srgbClr val="FFFFFF">
                    <a:alpha val="4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COMMUNITY EVENT 2026</a:t>
            </a:r>
            <a:endParaRPr lang="en-US" sz="700" dirty="0"/>
          </a:p>
        </p:txBody>
      </p:sp>
      <p:sp>
        <p:nvSpPr>
          <p:cNvPr id="18" name="TextBox 51"/>
          <p:cNvSpPr/>
          <p:nvPr/>
        </p:nvSpPr>
        <p:spPr>
          <a:xfrm>
            <a:off x="762000" y="1397794"/>
            <a:ext cx="1066800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altLang="en-US" sz="8000" b="1" kern="0" spc="-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KotlinConf</a:t>
            </a:r>
            <a:endParaRPr lang="en-US" sz="8000" dirty="0"/>
          </a:p>
          <a:p>
            <a:pPr marL="0" indent="0" algn="l">
              <a:lnSpc>
                <a:spcPts val="7200"/>
              </a:lnSpc>
              <a:buNone/>
            </a:pPr>
            <a:r>
              <a:rPr lang="en-US" altLang="en-US" sz="8000" b="1" kern="0" spc="-400" dirty="0">
                <a:solidFill>
                  <a:srgbClr val="875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r>
              <a:rPr lang="en-US" altLang="en-US" sz="8000" b="1" kern="0" spc="-400" dirty="0">
                <a:solidFill>
                  <a:srgbClr val="975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r>
              <a:rPr lang="en-US" altLang="en-US" sz="8000" b="1" kern="0" spc="-400" dirty="0">
                <a:solidFill>
                  <a:srgbClr val="A35D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</a:t>
            </a:r>
            <a:r>
              <a:rPr lang="en-US" altLang="en-US" sz="8000" b="1" kern="0" spc="-400" dirty="0">
                <a:solidFill>
                  <a:srgbClr val="B05D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r>
              <a:rPr lang="en-US" altLang="en-US" sz="8000" b="1" kern="0" spc="-400" dirty="0">
                <a:solidFill>
                  <a:srgbClr val="C15A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</a:t>
            </a:r>
            <a:r>
              <a:rPr lang="en-US" altLang="en-US" sz="8000" b="1" kern="0" spc="-400" dirty="0">
                <a:solidFill>
                  <a:srgbClr val="D253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r>
              <a:rPr lang="en-US" altLang="en-US" sz="8000" b="1" kern="0" spc="-400" dirty="0">
                <a:solidFill>
                  <a:srgbClr val="E34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r>
              <a:rPr lang="en-US" altLang="en-US" sz="8000" b="1" kern="0" spc="-400" dirty="0">
                <a:solidFill>
                  <a:srgbClr val="E754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2</a:t>
            </a:r>
            <a:r>
              <a:rPr lang="en-US" altLang="en-US" sz="8000" b="1" kern="0" spc="-400" dirty="0">
                <a:solidFill>
                  <a:srgbClr val="F06E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r>
              <a:rPr lang="en-US" altLang="en-US" sz="8000" b="1" kern="0" spc="-400" dirty="0">
                <a:solidFill>
                  <a:srgbClr val="F3793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en-US" altLang="en-US" sz="8000" b="1" kern="0" spc="-400" dirty="0">
                <a:solidFill>
                  <a:srgbClr val="F684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8000" dirty="0"/>
          </a:p>
        </p:txBody>
      </p:sp>
      <p:pic>
        <p:nvPicPr>
          <p:cNvPr id="19" name="Picture 56" descr="__type_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836194"/>
            <a:ext cx="1611312" cy="228600"/>
          </a:xfrm>
          <a:prstGeom prst="rect">
            <a:avLst/>
          </a:prstGeom>
        </p:spPr>
      </p:pic>
      <p:sp>
        <p:nvSpPr>
          <p:cNvPr id="20" name="TextBox 58"/>
          <p:cNvSpPr/>
          <p:nvPr/>
        </p:nvSpPr>
        <p:spPr>
          <a:xfrm>
            <a:off x="863600" y="3874294"/>
            <a:ext cx="14081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en-US" sz="1000" b="1" kern="0" spc="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FEATURED SESSION</a:t>
            </a:r>
            <a:endParaRPr lang="en-US" sz="1000" dirty="0"/>
          </a:p>
        </p:txBody>
      </p:sp>
      <p:sp>
        <p:nvSpPr>
          <p:cNvPr id="21" name="TextBox 61"/>
          <p:cNvSpPr/>
          <p:nvPr/>
        </p:nvSpPr>
        <p:spPr>
          <a:xfrm>
            <a:off x="762000" y="4217194"/>
            <a:ext cx="65024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여기에 세션 제목을 입력하세요</a:t>
            </a:r>
            <a:endParaRPr lang="en-US" sz="3600" dirty="0"/>
          </a:p>
        </p:txBody>
      </p:sp>
      <p:sp>
        <p:nvSpPr>
          <p:cNvPr id="22" name="TextBox 63"/>
          <p:cNvSpPr/>
          <p:nvPr/>
        </p:nvSpPr>
        <p:spPr>
          <a:xfrm>
            <a:off x="762000" y="4941094"/>
            <a:ext cx="6502400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37"/>
              </a:lnSpc>
              <a:buNone/>
            </a:pPr>
            <a:r>
              <a:rPr lang="ko-KR" altLang="en-US" sz="15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코틀린의 미래와 생태계 확장을 위한 서울 사용자 그룹의 특별한 기술 공유 세션</a:t>
            </a:r>
            <a:endParaRPr lang="en-US" sz="1500" dirty="0"/>
          </a:p>
        </p:txBody>
      </p:sp>
      <p:sp>
        <p:nvSpPr>
          <p:cNvPr id="23" name="Shape 67"/>
          <p:cNvSpPr/>
          <p:nvPr/>
        </p:nvSpPr>
        <p:spPr>
          <a:xfrm>
            <a:off x="762000" y="5365750"/>
            <a:ext cx="10668000" cy="9207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KR"/>
          </a:p>
        </p:txBody>
      </p:sp>
      <p:pic>
        <p:nvPicPr>
          <p:cNvPr id="24" name="Picture 67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5365750"/>
            <a:ext cx="10668000" cy="920750"/>
          </a:xfrm>
          <a:prstGeom prst="rect">
            <a:avLst/>
          </a:prstGeom>
        </p:spPr>
      </p:pic>
      <p:pic>
        <p:nvPicPr>
          <p:cNvPr id="25" name="Picture 74" descr="__type_image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762000" y="5676900"/>
            <a:ext cx="609600" cy="609600"/>
          </a:xfrm>
          <a:prstGeom prst="rect">
            <a:avLst/>
          </a:prstGeom>
        </p:spPr>
      </p:pic>
      <p:pic>
        <p:nvPicPr>
          <p:cNvPr id="26" name="Picture 76" descr="__type_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676900"/>
            <a:ext cx="609600" cy="609600"/>
          </a:xfrm>
          <a:prstGeom prst="rect">
            <a:avLst/>
          </a:prstGeom>
        </p:spPr>
      </p:pic>
      <p:sp>
        <p:nvSpPr>
          <p:cNvPr id="27" name="TextBox 81"/>
          <p:cNvSpPr/>
          <p:nvPr/>
        </p:nvSpPr>
        <p:spPr>
          <a:xfrm>
            <a:off x="1574800" y="5753100"/>
            <a:ext cx="23419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en-US" sz="900" kern="0" spc="90" dirty="0">
                <a:solidFill>
                  <a:srgbClr val="FFFFFF">
                    <a:alpha val="4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28" name="TextBox 85"/>
          <p:cNvSpPr/>
          <p:nvPr/>
        </p:nvSpPr>
        <p:spPr>
          <a:xfrm>
            <a:off x="1574800" y="5956300"/>
            <a:ext cx="104055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이름</a:t>
            </a:r>
            <a:endParaRPr lang="en-US" sz="1800" dirty="0"/>
          </a:p>
        </p:txBody>
      </p:sp>
      <p:sp>
        <p:nvSpPr>
          <p:cNvPr id="29" name="TextBox 87"/>
          <p:cNvSpPr/>
          <p:nvPr/>
        </p:nvSpPr>
        <p:spPr>
          <a:xfrm>
            <a:off x="2716957" y="5969000"/>
            <a:ext cx="614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altLang="en-US" sz="1500" dirty="0">
                <a:solidFill>
                  <a:srgbClr val="FFFFFF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endParaRPr lang="en-US" sz="1500" dirty="0"/>
          </a:p>
        </p:txBody>
      </p:sp>
      <p:sp>
        <p:nvSpPr>
          <p:cNvPr id="30" name="TextBox 89"/>
          <p:cNvSpPr/>
          <p:nvPr/>
        </p:nvSpPr>
        <p:spPr>
          <a:xfrm>
            <a:off x="2879973" y="5981700"/>
            <a:ext cx="10367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소속 기관 및 회사</a:t>
            </a:r>
            <a:endParaRPr lang="en-US" sz="1200" dirty="0"/>
          </a:p>
        </p:txBody>
      </p:sp>
      <p:sp>
        <p:nvSpPr>
          <p:cNvPr id="37" name="TextBox 117"/>
          <p:cNvSpPr/>
          <p:nvPr/>
        </p:nvSpPr>
        <p:spPr>
          <a:xfrm>
            <a:off x="9139436" y="6159500"/>
            <a:ext cx="2290564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altLang="en-US" sz="700" kern="0" spc="-35" dirty="0">
                <a:solidFill>
                  <a:srgbClr val="FFFFFF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KOTLIN USER GROUP SEOUL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</Words>
  <Application>Microsoft Macintosh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Pretendard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Knight Holy</cp:lastModifiedBy>
  <cp:revision>2</cp:revision>
  <dcterms:created xsi:type="dcterms:W3CDTF">2026-07-25T13:57:20Z</dcterms:created>
  <dcterms:modified xsi:type="dcterms:W3CDTF">2026-07-25T14:01:42Z</dcterms:modified>
</cp:coreProperties>
</file>